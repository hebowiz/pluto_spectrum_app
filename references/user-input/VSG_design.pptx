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85D02C-A1E5-3F43-BB49-7E29CF515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E92CA3-58A9-113E-4B69-BE4A1FCEE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92A3D-B9BD-8619-92AC-A3398B43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0DED2-37DB-753C-BFB2-07F246E7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EF297-3166-7452-4797-574383BE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59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83EA0-2B27-32F4-332A-72B90B57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8ED9C1-9E77-AA97-1ED0-A5AEB6879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2131E2-880A-9AA0-C533-38DD1649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74FC1C-89AC-03D4-F929-B273CEE2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3BAF6-AEC6-9AD9-CA67-9971AEC6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05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C40A3-63FC-F84B-8283-F3EDE098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0E766B-16AE-A528-79F1-E408E4867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F0632E-4185-6B4A-BED8-CD9853BA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4AA58A-CD1D-B947-865C-04A7B6E1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93EEB6-108F-172A-FF1A-8AED54C6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27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7DE90-BE28-A405-ABA3-18D58164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CBB609-C940-7D7C-476F-64E27137F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B7AA6B-6690-5BC9-230D-BF339381A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7AC3FD-BC76-3051-C359-754F843A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9910C6-EB28-9311-092B-74F9F33A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00C8A9-4EEA-944B-701E-04CCA889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81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928D8-D47F-86E5-4ABA-42AB7557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905D85-ADE9-491A-E417-8FD89354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958BBF-A7D1-B09C-60C8-D7BCD6A5F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493AB14-EAB8-461C-313F-763BF2BA1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4FAD83-D9AE-173F-A03E-1D5982AA0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44981B7-C0D3-E74E-DA29-3CB2A1D4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4C3AA2-7FDE-732D-584B-E7039998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857BE2-76CD-8325-C849-8F4A8891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16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35442-EA28-0EF1-8944-43BA8380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973056-F961-CFE4-8B48-4BCBFBFE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AAB277-68A1-6DC4-555D-8F6CC5A7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FC2044-8EA3-36E0-B54C-8A811B85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90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2ED2D0-D1DB-59BA-F3FC-342A9448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A5245A-7C86-C749-3EB0-E879AA39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BC32D4-CC1F-5B77-5939-2EC2E068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13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EA2C2-40B7-4121-8E24-F6AAACD7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75FEE3-C8C2-ACF4-E12B-DA7943CA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5904A7-7F7E-328A-0346-862D9D8C4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C4658C-DAFF-0B9A-D71E-D71A5F68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E59056-8574-8E84-FC76-3BDE79A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025E12-59E6-2221-727A-6D8E229B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14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93906-295C-0CAE-8D3C-5EC0AB92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7736E44-4F8B-01F3-DF78-D5DC97F31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0027A3-0A67-6281-8216-8960D6B1E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D62106-BD39-E734-8D87-04A8170C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6FB27B-9311-8948-2161-A13A9665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27FADE-0765-DFC7-330D-477457FF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47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D5B67A-B9EE-A1D4-F1C7-96713E74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5B70A2-7CFC-4CC3-7424-A7A0BCBD4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82177F-9F1C-8D33-EB04-F9A44243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352B4E-F7D9-A1CD-D128-3E6C0412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B1736-3B06-5292-687B-9FE313C9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92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E7AA29-2F84-B400-BECB-95180C47A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999696-6350-9908-D343-261015D2A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42B9DC-8581-6F5E-771E-1CCE2EF2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597BB7-464C-2EF9-3ACE-937DDA5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8CB6B7-B234-5219-05D0-F59E5CA3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26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BFCF27-A519-1FE4-6C87-E21DA78D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02B63E-79AF-4D5C-3DC2-1A072F793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B25D43-21F9-15D5-3ECB-C4D6798F9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149DA-49BE-4E57-A128-9D204A794CB1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E37EBD-802C-CB59-44F8-0B2A109C8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A9FEC-0D3C-6BBC-8264-BB0406B1A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01752-FF45-48CC-81DD-DE671BE2A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85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4F49873-6CB6-0E19-7488-8BBA1922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59" y="197255"/>
            <a:ext cx="10416482" cy="646349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BE81CA-024D-4C52-F02B-D105D6634C8C}"/>
              </a:ext>
            </a:extLst>
          </p:cNvPr>
          <p:cNvSpPr/>
          <p:nvPr/>
        </p:nvSpPr>
        <p:spPr>
          <a:xfrm>
            <a:off x="9165643" y="679268"/>
            <a:ext cx="2112474" cy="5858691"/>
          </a:xfrm>
          <a:prstGeom prst="rect">
            <a:avLst/>
          </a:prstGeom>
          <a:solidFill>
            <a:srgbClr val="1F1F1F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7DD5AB4-620D-2BAE-C0FF-3BD4DCCD9180}"/>
              </a:ext>
            </a:extLst>
          </p:cNvPr>
          <p:cNvSpPr/>
          <p:nvPr/>
        </p:nvSpPr>
        <p:spPr>
          <a:xfrm>
            <a:off x="9587113" y="801960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RF</a:t>
            </a:r>
            <a:br>
              <a:rPr kumimoji="1" lang="en-US" altLang="ja-JP" sz="1200" dirty="0"/>
            </a:br>
            <a:r>
              <a:rPr kumimoji="1" lang="en-US" altLang="ja-JP" sz="1200" dirty="0"/>
              <a:t>ON</a:t>
            </a:r>
            <a:endParaRPr kumimoji="1" lang="ja-JP" altLang="en-US" sz="12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0BF3E33-9E1F-6059-4163-32F332E342E5}"/>
              </a:ext>
            </a:extLst>
          </p:cNvPr>
          <p:cNvSpPr/>
          <p:nvPr/>
        </p:nvSpPr>
        <p:spPr>
          <a:xfrm>
            <a:off x="9587113" y="1430298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Mod</a:t>
            </a:r>
            <a:br>
              <a:rPr kumimoji="1" lang="en-US" altLang="ja-JP" sz="1200" dirty="0"/>
            </a:br>
            <a:r>
              <a:rPr kumimoji="1" lang="en-US" altLang="ja-JP" sz="1200" dirty="0"/>
              <a:t>ON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8D09B10-1B2F-6F4D-2AD8-6FB9AED4EBE4}"/>
              </a:ext>
            </a:extLst>
          </p:cNvPr>
          <p:cNvSpPr txBox="1"/>
          <p:nvPr/>
        </p:nvSpPr>
        <p:spPr>
          <a:xfrm>
            <a:off x="9185236" y="530209"/>
            <a:ext cx="16459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00" b="1" dirty="0">
                <a:solidFill>
                  <a:schemeClr val="bg1"/>
                </a:solidFill>
              </a:rPr>
              <a:t>VSG</a:t>
            </a:r>
            <a:r>
              <a:rPr kumimoji="1" lang="ja-JP" altLang="en-US" sz="700" b="1" dirty="0">
                <a:solidFill>
                  <a:schemeClr val="bg1"/>
                </a:solidFill>
              </a:rPr>
              <a:t> </a:t>
            </a:r>
            <a:r>
              <a:rPr kumimoji="1" lang="en-US" altLang="ja-JP" sz="700" b="1" dirty="0">
                <a:solidFill>
                  <a:schemeClr val="bg1"/>
                </a:solidFill>
              </a:rPr>
              <a:t>Control</a:t>
            </a:r>
            <a:endParaRPr kumimoji="1" lang="ja-JP" altLang="en-US" sz="700" b="1" dirty="0">
              <a:solidFill>
                <a:schemeClr val="bg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3C9CC16-A9D8-ECCF-DC83-35B19244C9EE}"/>
              </a:ext>
            </a:extLst>
          </p:cNvPr>
          <p:cNvSpPr/>
          <p:nvPr/>
        </p:nvSpPr>
        <p:spPr>
          <a:xfrm>
            <a:off x="9587113" y="2717778"/>
            <a:ext cx="920931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Power</a:t>
            </a:r>
            <a:br>
              <a:rPr kumimoji="1" lang="en-US" altLang="ja-JP" sz="1200" dirty="0"/>
            </a:br>
            <a:r>
              <a:rPr kumimoji="1" lang="en-US" altLang="ja-JP" sz="1200" dirty="0"/>
              <a:t>-20.5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dBm</a:t>
            </a:r>
            <a:endParaRPr kumimoji="1" lang="ja-JP" altLang="en-US" sz="120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EAAFEEA-35DE-AF74-5549-AD0AD5C3C21C}"/>
              </a:ext>
            </a:extLst>
          </p:cNvPr>
          <p:cNvSpPr/>
          <p:nvPr/>
        </p:nvSpPr>
        <p:spPr>
          <a:xfrm>
            <a:off x="10563368" y="2717778"/>
            <a:ext cx="267788" cy="264992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▲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CEEE90E-66FD-1AF6-A436-1396CFA2DC26}"/>
              </a:ext>
            </a:extLst>
          </p:cNvPr>
          <p:cNvSpPr/>
          <p:nvPr/>
        </p:nvSpPr>
        <p:spPr>
          <a:xfrm>
            <a:off x="10563368" y="3027551"/>
            <a:ext cx="267788" cy="264992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▼</a:t>
            </a:r>
            <a:endParaRPr kumimoji="1" lang="ja-JP" altLang="en-US" sz="12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ABA0558-C638-D80A-0033-E1FC76EB029D}"/>
              </a:ext>
            </a:extLst>
          </p:cNvPr>
          <p:cNvSpPr/>
          <p:nvPr/>
        </p:nvSpPr>
        <p:spPr>
          <a:xfrm>
            <a:off x="9579554" y="3569775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Power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Step</a:t>
            </a:r>
          </a:p>
          <a:p>
            <a:pPr algn="ctr"/>
            <a:r>
              <a:rPr lang="en-US" altLang="ja-JP" sz="1200" dirty="0"/>
              <a:t>10</a:t>
            </a:r>
            <a:r>
              <a:rPr lang="ja-JP" altLang="en-US" sz="1200" dirty="0"/>
              <a:t> </a:t>
            </a:r>
            <a:r>
              <a:rPr lang="en-US" altLang="ja-JP" sz="1200" dirty="0"/>
              <a:t>dB</a:t>
            </a:r>
            <a:endParaRPr kumimoji="1" lang="ja-JP" altLang="en-US" sz="12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7CB8C82-4163-6AF2-4DF8-B3D3C3D091B7}"/>
              </a:ext>
            </a:extLst>
          </p:cNvPr>
          <p:cNvSpPr/>
          <p:nvPr/>
        </p:nvSpPr>
        <p:spPr>
          <a:xfrm>
            <a:off x="9587113" y="4224105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Frequency</a:t>
            </a:r>
          </a:p>
          <a:p>
            <a:pPr algn="ctr"/>
            <a:r>
              <a:rPr lang="en-US" altLang="ja-JP" sz="900" dirty="0"/>
              <a:t>2440.000</a:t>
            </a:r>
            <a:r>
              <a:rPr lang="ja-JP" altLang="en-US" sz="900" dirty="0"/>
              <a:t> </a:t>
            </a:r>
            <a:r>
              <a:rPr lang="en-US" altLang="ja-JP" sz="900" dirty="0"/>
              <a:t>000</a:t>
            </a:r>
            <a:r>
              <a:rPr lang="ja-JP" altLang="en-US" sz="900" dirty="0"/>
              <a:t> </a:t>
            </a:r>
            <a:r>
              <a:rPr lang="en-US" altLang="ja-JP" sz="900" dirty="0"/>
              <a:t>MHz</a:t>
            </a:r>
            <a:endParaRPr kumimoji="1" lang="ja-JP" altLang="en-US" sz="9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36CB2ED-FD80-FB3A-E0C5-9B926506E2BD}"/>
              </a:ext>
            </a:extLst>
          </p:cNvPr>
          <p:cNvSpPr txBox="1"/>
          <p:nvPr/>
        </p:nvSpPr>
        <p:spPr>
          <a:xfrm>
            <a:off x="9385663" y="3341574"/>
            <a:ext cx="18473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00" b="1" dirty="0">
                <a:solidFill>
                  <a:schemeClr val="bg1"/>
                </a:solidFill>
              </a:rPr>
              <a:t>Estimated</a:t>
            </a:r>
            <a:r>
              <a:rPr kumimoji="1" lang="ja-JP" altLang="en-US" sz="700" b="1" dirty="0">
                <a:solidFill>
                  <a:schemeClr val="bg1"/>
                </a:solidFill>
              </a:rPr>
              <a:t> </a:t>
            </a:r>
            <a:r>
              <a:rPr kumimoji="1" lang="en-US" altLang="ja-JP" sz="700" b="1" dirty="0">
                <a:solidFill>
                  <a:schemeClr val="bg1"/>
                </a:solidFill>
              </a:rPr>
              <a:t>Peak</a:t>
            </a:r>
            <a:r>
              <a:rPr kumimoji="1" lang="ja-JP" altLang="en-US" sz="700" b="1" dirty="0">
                <a:solidFill>
                  <a:schemeClr val="bg1"/>
                </a:solidFill>
              </a:rPr>
              <a:t> </a:t>
            </a:r>
            <a:r>
              <a:rPr kumimoji="1" lang="en-US" altLang="ja-JP" sz="700" b="1" dirty="0">
                <a:solidFill>
                  <a:schemeClr val="bg1"/>
                </a:solidFill>
              </a:rPr>
              <a:t>Power:</a:t>
            </a:r>
            <a:r>
              <a:rPr kumimoji="1" lang="ja-JP" altLang="en-US" sz="700" b="1" dirty="0">
                <a:solidFill>
                  <a:schemeClr val="bg1"/>
                </a:solidFill>
              </a:rPr>
              <a:t> </a:t>
            </a:r>
            <a:r>
              <a:rPr kumimoji="1" lang="en-US" altLang="ja-JP" sz="700" b="1" dirty="0">
                <a:solidFill>
                  <a:schemeClr val="bg1"/>
                </a:solidFill>
              </a:rPr>
              <a:t>-17.0</a:t>
            </a:r>
            <a:r>
              <a:rPr kumimoji="1" lang="ja-JP" altLang="en-US" sz="700" b="1" dirty="0">
                <a:solidFill>
                  <a:schemeClr val="bg1"/>
                </a:solidFill>
              </a:rPr>
              <a:t> </a:t>
            </a:r>
            <a:r>
              <a:rPr kumimoji="1" lang="en-US" altLang="ja-JP" sz="700" b="1" dirty="0">
                <a:solidFill>
                  <a:schemeClr val="bg1"/>
                </a:solidFill>
              </a:rPr>
              <a:t>dBm</a:t>
            </a:r>
            <a:endParaRPr kumimoji="1" lang="ja-JP" altLang="en-US" sz="700" b="1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61CF0A7-76FB-2395-2C20-A07388C9BDA6}"/>
              </a:ext>
            </a:extLst>
          </p:cNvPr>
          <p:cNvSpPr/>
          <p:nvPr/>
        </p:nvSpPr>
        <p:spPr>
          <a:xfrm>
            <a:off x="9579551" y="5532175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Inst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Settings</a:t>
            </a:r>
            <a:endParaRPr kumimoji="1" lang="ja-JP" altLang="en-US" sz="9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CA90153-64EF-2AD9-7C2C-D01CC3D0B539}"/>
              </a:ext>
            </a:extLst>
          </p:cNvPr>
          <p:cNvSpPr/>
          <p:nvPr/>
        </p:nvSpPr>
        <p:spPr>
          <a:xfrm>
            <a:off x="9579554" y="2074038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Continuous</a:t>
            </a:r>
            <a:br>
              <a:rPr lang="en-US" altLang="ja-JP" sz="1200" dirty="0"/>
            </a:br>
            <a:r>
              <a:rPr lang="en-US" altLang="ja-JP" sz="1200" dirty="0"/>
              <a:t>ON</a:t>
            </a:r>
            <a:endParaRPr kumimoji="1" lang="ja-JP" altLang="en-US" sz="12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4BC41A3-D486-8AFB-A660-14C39031DA9F}"/>
              </a:ext>
            </a:extLst>
          </p:cNvPr>
          <p:cNvSpPr/>
          <p:nvPr/>
        </p:nvSpPr>
        <p:spPr>
          <a:xfrm>
            <a:off x="9579552" y="4878140"/>
            <a:ext cx="1244043" cy="574765"/>
          </a:xfrm>
          <a:prstGeom prst="rect">
            <a:avLst/>
          </a:prstGeom>
          <a:solidFill>
            <a:srgbClr val="4D4D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Freq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Settings</a:t>
            </a:r>
            <a:endParaRPr kumimoji="1"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8216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37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HAE FT</dc:creator>
  <cp:lastModifiedBy>HAE FT</cp:lastModifiedBy>
  <cp:revision>3</cp:revision>
  <dcterms:created xsi:type="dcterms:W3CDTF">2026-09-08T13:15:13Z</dcterms:created>
  <dcterms:modified xsi:type="dcterms:W3CDTF">2026-09-10T11:39:16Z</dcterms:modified>
</cp:coreProperties>
</file>